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1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4723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2926080" cy="29260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Product Search &amp; Recommendation Engine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how customers search and how products are listed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42519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 when a query doesn't share exact words with a listing.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“cozy winter jacket” misses a product titled “Children's Insulated Parka.” Traditional keyword matching can't make that connection — meaning-based (semantic) search can.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flow, from raw catalog to ranked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Catalog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normalize product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87368" y="251460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892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Products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product into a vector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36408" y="251460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1892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2606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vectors for fast similarity lookup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3159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user's search text the same way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087368" y="49377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97680" y="41148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4343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12080" y="43159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&amp; Recommend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26280" y="50292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nearest-neighbor products by meaning, not keywords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836408" y="49377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46720" y="41148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</p:spPr>
      </p:sp>
      <p:sp>
        <p:nvSpPr>
          <p:cNvPr id="34" name="Shape 32"/>
          <p:cNvSpPr/>
          <p:nvPr/>
        </p:nvSpPr>
        <p:spPr>
          <a:xfrm>
            <a:off x="8275320" y="4343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61120" y="431596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75320" y="50292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similarity with business signals (rating, stock) before returning results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input paths converge into a shared embedding &amp; retrieval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6949440" cy="420624"/>
          </a:xfrm>
          <a:prstGeom prst="roundRect">
            <a:avLst>
              <a:gd name="adj" fmla="val 17391"/>
            </a:avLst>
          </a:prstGeom>
          <a:solidFill>
            <a:srgbClr val="F4F7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(JSON)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77640" y="18836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121408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671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normalize + combine title / description / attributes / category into one text field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77640" y="265176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779776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2549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05409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(all-MiniLM-L6-v2) → normalized vector embeddings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77640" y="331012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438144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838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index.py — FAISS IndexFlatIP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71246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via inner product on normalized vectors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77640" y="396849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096512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422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370832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  and  /products/{id}/similar endpoints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77640" y="462686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754880"/>
            <a:ext cx="6949440" cy="530352"/>
          </a:xfrm>
          <a:prstGeom prst="roundRect">
            <a:avLst>
              <a:gd name="adj" fmla="val 1379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0060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reranker.py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final_score = similarity(0.70) + normalized_rating(0.20) + in_stock_bonus(0.10)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77640" y="52852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413248"/>
            <a:ext cx="6949440" cy="420624"/>
          </a:xfrm>
          <a:prstGeom prst="roundRect">
            <a:avLst>
              <a:gd name="adj" fmla="val 17391"/>
            </a:avLst>
          </a:prstGeom>
          <a:solidFill>
            <a:srgbClr val="F4F7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413248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JSON response to client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01000" y="251460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input paths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29600" y="304495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Full catalog at index-build time
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A single user query or source product at request time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35240" y="3291840"/>
            <a:ext cx="365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Why We Chose It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332222"/>
              </p:ext>
            </p:extLst>
          </p:nvPr>
        </p:nvGraphicFramePr>
        <p:xfrm>
          <a:off x="555812" y="1691640"/>
          <a:ext cx="11057068" cy="4389120"/>
        </p:xfrm>
        <a:graphic>
          <a:graphicData uri="http://schemas.openxmlformats.org/drawingml/2006/table">
            <a:tbl>
              <a:tblPr/>
              <a:tblGrid>
                <a:gridCol w="1913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(~80MB), fast, strong semantic quality for short product text, runs fully locally with no API key or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IndexFlatIP 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L2-normalized vectors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cosine similarity, no approximation error — appropriate at this catalog size; simplicity over premature optimization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framework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interactive Swagger docs (/docs) for demoing and testing every endpoint without building a custom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60-product catalog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written with mismatched keyword phrasing (e.g. no outerwear title contains “cozy” or “winter”) to prove semantic search — not keyword luck — is doing the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 dirty="0"/>
          </a:p>
        </p:txBody>
      </p:sp>
      <p:sp>
        <p:nvSpPr>
          <p:cNvPr id="3" name="Text 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Recommendation: Retrieve, Then Re-rank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/search and /products/{id}/similar follow the same two-stage pattern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more than needed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2x the requested results (or +10) from FAISS purely on semantic similarity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 with business signals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weighted formula so rating and stock availability can actually reorder the candidate pool, not just relabel 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52160" y="22174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29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Recommendation-specific: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product's own embedding as the query, and explicitly excludes the source product from its own results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— FROM ACTUAL TEST RUN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“cozy winter jacket”  →  top result: </a:t>
            </a:r>
            <a:r>
              <a:rPr lang="en-US" sz="14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Heavyweight Flannel-Lined Denim Jacket</a:t>
            </a: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(similarity 0.593), despite zero shared keywords with the query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&amp; Design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 of what each choice cost us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365578"/>
              </p:ext>
            </p:extLst>
          </p:nvPr>
        </p:nvGraphicFramePr>
        <p:xfrm>
          <a:off x="555812" y="1737360"/>
          <a:ext cx="11057068" cy="4480560"/>
        </p:xfrm>
        <a:graphic>
          <a:graphicData uri="http://schemas.openxmlformats.org/drawingml/2006/table">
            <a:tbl>
              <a:tblPr/>
              <a:tblGrid>
                <a:gridCol w="328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gained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traded away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embedding model (MiniLM) over a larger 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free, runs locally, low latency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lower semantic precision than a larger model (e.g. mpnet-base) on subtle/ambiguous queries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FAISS Flat index over approximate (IVF/HNSW)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recall accuracy, simpler to reason about and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scale efficiently to very large catalogs (fine at 60 products, would need revisiting at 100K+)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dataset over real e-commerce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to deliberately test the semantic-gap problem the project is meant to solve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prove robustness against messy, inconsistent real-world listing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retrieve-then-rerank over ranking on similarity alone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signals (rating/stock) can genuinely influence results, not just cosmetic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 tunable weighting scheme (0.70/0.20/0.10) that's a judgment call, not a provably optimal split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What This Demonstrates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38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Relevance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5 query types: non-keyword-matching, paraphrase, vague/broad, no-good-match, and cross-category semantic-gap queries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38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Quality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multiple categories (electronics, outerwear, etc.) with self-exclusion confirmed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24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Re-ranking Impact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an explicit out-of-stock demotion test — confirms business signals aren't just present in code but actually change output order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224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709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automated test suite (pytest) covering search, recommendations, and re-ranking logic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Product Search &amp; Recommendation Engine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835</Words>
  <Application>Microsoft Office PowerPoint</Application>
  <PresentationFormat>Widescreen</PresentationFormat>
  <Paragraphs>129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Mayur Rishi</cp:lastModifiedBy>
  <cp:revision>2</cp:revision>
  <dcterms:created xsi:type="dcterms:W3CDTF">2026-08-15T07:02:40Z</dcterms:created>
  <dcterms:modified xsi:type="dcterms:W3CDTF">2026-08-15T07:12:23Z</dcterms:modified>
</cp:coreProperties>
</file>